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90" d="100"/>
          <a:sy n="90" d="100"/>
        </p:scale>
        <p:origin x="1392" y="5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081E3-C1DC-3BDE-63D9-41D9E586A9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B81068-2F45-7172-C9FA-4EF0E235F1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99EE9F-77FE-FEDF-FB5E-790967F37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FC2BA-CDAB-4A45-9234-82C08F13D802}" type="datetimeFigureOut">
              <a:rPr lang="en-US" smtClean="0"/>
              <a:t>3/2/2024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CCF021-78C0-0DA8-F7AF-B65B98D1D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C60900-2A99-7371-2AE3-F725A54F9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A77D3-58B7-4644-BD9C-2203498727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6778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94A641-DA3D-F015-9A64-83888F8E4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F9A7CB-E964-886D-804A-95AED9BCB6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88E74F-98CE-D106-96B4-099ADDAF3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FC2BA-CDAB-4A45-9234-82C08F13D802}" type="datetimeFigureOut">
              <a:rPr lang="en-US" smtClean="0"/>
              <a:t>3/2/2024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A29C29-223E-4003-9C74-60142CA751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9C2ED9-D9B1-D49F-B556-C5E8E07DC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A77D3-58B7-4644-BD9C-2203498727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15980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6D2C3-0906-5339-D37C-FFF8E3B12C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E55363-5D5A-BF08-072A-EBC3DF48B0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C15D25-4FB0-B83E-BC02-F2E5629869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FC2BA-CDAB-4A45-9234-82C08F13D802}" type="datetimeFigureOut">
              <a:rPr lang="en-US" smtClean="0"/>
              <a:t>3/2/2024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3376CA-16CD-EC8A-A30C-D9D3F0932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B3F8EC-B80A-A4EE-1EDC-507435824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A77D3-58B7-4644-BD9C-2203498727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8792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4C82A-6BFE-CFA8-FC8B-228707A803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07D92F-A062-E33A-64A1-DC9E145909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FB1CF5-C746-6F72-DEDA-3A3B3E166F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67DE96-A920-F574-36A3-DD7BD4E5F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FC2BA-CDAB-4A45-9234-82C08F13D802}" type="datetimeFigureOut">
              <a:rPr lang="en-US" smtClean="0"/>
              <a:t>3/2/2024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5E9E09-BD07-EE7D-DD70-ECCE3394B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BBE055-5F47-99D6-1B69-1B083D5A3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A77D3-58B7-4644-BD9C-2203498727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3779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E3B72-319F-5A50-4D03-D198C3C93E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1F4E19-01FF-0F7A-DF72-23AD8B25D3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B795C7-687D-C68D-BD93-AB7CA04061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3DEB90-DAE9-B88F-E477-86C5585F2B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EE6C0C-5739-43AF-E90A-1577C3F4D1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9DA5412-ACCA-284D-2DC9-5E03D9C30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FC2BA-CDAB-4A45-9234-82C08F13D802}" type="datetimeFigureOut">
              <a:rPr lang="en-US" smtClean="0"/>
              <a:t>3/2/2024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EEEC79D-A415-2DA8-F097-EAC637F60D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89D6636-1F5F-2566-C022-E169EC4E4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A77D3-58B7-4644-BD9C-2203498727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7144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C12A8-2772-9773-90EF-A03ED0CDF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24A6A2-56F3-937B-6AD3-02A84BF6DF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FC2BA-CDAB-4A45-9234-82C08F13D802}" type="datetimeFigureOut">
              <a:rPr lang="en-US" smtClean="0"/>
              <a:t>3/2/2024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029F2A-D216-E539-4113-61A54DDF0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CDCF6A-6F8A-B29D-ADDB-FEF700935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A77D3-58B7-4644-BD9C-2203498727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8419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AF5A052-2542-B532-2B5F-FD78116497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FC2BA-CDAB-4A45-9234-82C08F13D802}" type="datetimeFigureOut">
              <a:rPr lang="en-US" smtClean="0"/>
              <a:t>3/2/2024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DAFBA9-D870-9A5D-F2E4-B0EC65119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8F91DF-A91C-5FDB-4D06-1A6FE29E7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A77D3-58B7-4644-BD9C-2203498727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0446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1BA91-8A82-9E25-51C0-5B5C23BAF2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60BE84-2CEA-72B4-DA03-16F1558715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670258-2E21-7CC6-BF13-6C530CE165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7A4C82-8072-E197-DA2F-49DB3975D0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FC2BA-CDAB-4A45-9234-82C08F13D802}" type="datetimeFigureOut">
              <a:rPr lang="en-US" smtClean="0"/>
              <a:t>3/2/2024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9D1C6D-EBA0-52DB-156F-647B79937A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1B082A-2899-05E3-EE52-4F071D504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A77D3-58B7-4644-BD9C-2203498727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6596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3FFFD-49E9-25D5-81FE-9DA6C8296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7C7DF7D-4FCB-F9A6-37B6-22EFA4FA5D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A9BB55-E1CA-5C1F-E481-CD30F6F503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CF58A3-85EE-4CEF-19F4-539D9769F1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FC2BA-CDAB-4A45-9234-82C08F13D802}" type="datetimeFigureOut">
              <a:rPr lang="en-US" smtClean="0"/>
              <a:t>3/2/2024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32C9A8-DFCD-5A7F-0829-692DE8173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E75507-A8DC-9409-170C-B29CDC2ED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A77D3-58B7-4644-BD9C-2203498727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3361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44FDC-BB25-D17A-22D9-44B25FEE4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E9627F-20DB-05DD-6368-5310E21ACA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0420C5-C59E-B193-E725-E4198B4DD3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FC2BA-CDAB-4A45-9234-82C08F13D802}" type="datetimeFigureOut">
              <a:rPr lang="en-US" smtClean="0"/>
              <a:t>3/2/2024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8F0881-0DE1-30C7-078E-A4A09AC077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F1BD97-29F4-C418-549C-CB98B27AC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A77D3-58B7-4644-BD9C-2203498727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5114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A989230-5E55-05F1-5E0D-041D03D264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BACAC2-4B7D-6E38-5F47-A3BE5D0770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7C31AC-F733-54FB-C330-F04C17F35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FC2BA-CDAB-4A45-9234-82C08F13D802}" type="datetimeFigureOut">
              <a:rPr lang="en-US" smtClean="0"/>
              <a:t>3/2/2024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595D61-1163-425C-98FF-5804F8E12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82DBB0-CBC2-4E13-825B-99A0FB1A83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A77D3-58B7-4644-BD9C-2203498727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4448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03F1F94-003D-3272-F786-B014A1F8F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69394E-0996-C1C5-FDAE-37C3962C9D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EEB2BF-6AE8-52E5-86C4-34445BEC1F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6FC2BA-CDAB-4A45-9234-82C08F13D802}" type="datetimeFigureOut">
              <a:rPr lang="en-US" smtClean="0"/>
              <a:t>3/2/2024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FA1A54-4D2B-4B7F-ED7E-E5D8B9894B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02B9F2-5D6B-F402-7C48-2EF6D8B56B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9A77D3-58B7-4644-BD9C-2203498727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0401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E57DC10-8C2D-FB27-7B5F-725BF3911FAF}"/>
              </a:ext>
            </a:extLst>
          </p:cNvPr>
          <p:cNvSpPr/>
          <p:nvPr/>
        </p:nvSpPr>
        <p:spPr>
          <a:xfrm>
            <a:off x="803564" y="683491"/>
            <a:ext cx="2087418" cy="27455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5E0214D-1827-909E-401F-C55081956890}"/>
              </a:ext>
            </a:extLst>
          </p:cNvPr>
          <p:cNvCxnSpPr/>
          <p:nvPr/>
        </p:nvCxnSpPr>
        <p:spPr>
          <a:xfrm>
            <a:off x="803564" y="1233577"/>
            <a:ext cx="208741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583B72A-692E-5FC5-29E4-962CFAA59003}"/>
              </a:ext>
            </a:extLst>
          </p:cNvPr>
          <p:cNvCxnSpPr/>
          <p:nvPr/>
        </p:nvCxnSpPr>
        <p:spPr>
          <a:xfrm>
            <a:off x="803564" y="2173857"/>
            <a:ext cx="208741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FCD3E81A-4054-7368-78C6-ED304523BFDE}"/>
              </a:ext>
            </a:extLst>
          </p:cNvPr>
          <p:cNvSpPr/>
          <p:nvPr/>
        </p:nvSpPr>
        <p:spPr>
          <a:xfrm>
            <a:off x="4537364" y="717996"/>
            <a:ext cx="2087418" cy="27455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EED513E-56F0-88A2-DB48-F2CC87988D2E}"/>
              </a:ext>
            </a:extLst>
          </p:cNvPr>
          <p:cNvSpPr/>
          <p:nvPr/>
        </p:nvSpPr>
        <p:spPr>
          <a:xfrm>
            <a:off x="8271164" y="717996"/>
            <a:ext cx="2087418" cy="27455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C48347C-254C-D9BF-39D8-8BAF22AAB1BE}"/>
              </a:ext>
            </a:extLst>
          </p:cNvPr>
          <p:cNvSpPr/>
          <p:nvPr/>
        </p:nvSpPr>
        <p:spPr>
          <a:xfrm>
            <a:off x="2551851" y="4013591"/>
            <a:ext cx="2087418" cy="27455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1E4725B-C0B8-5396-71CB-A0259194C26C}"/>
              </a:ext>
            </a:extLst>
          </p:cNvPr>
          <p:cNvSpPr/>
          <p:nvPr/>
        </p:nvSpPr>
        <p:spPr>
          <a:xfrm>
            <a:off x="6442364" y="4013590"/>
            <a:ext cx="2087418" cy="27455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C52E045-BC7D-4E1D-EC27-9424CDA58F22}"/>
              </a:ext>
            </a:extLst>
          </p:cNvPr>
          <p:cNvCxnSpPr/>
          <p:nvPr/>
        </p:nvCxnSpPr>
        <p:spPr>
          <a:xfrm>
            <a:off x="4537364" y="1233577"/>
            <a:ext cx="208741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B24A5E0-3CFE-9E07-D3B8-FC1EF5A9CA9F}"/>
              </a:ext>
            </a:extLst>
          </p:cNvPr>
          <p:cNvCxnSpPr/>
          <p:nvPr/>
        </p:nvCxnSpPr>
        <p:spPr>
          <a:xfrm>
            <a:off x="4537364" y="2234242"/>
            <a:ext cx="208741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7C35957-035B-6942-1009-7718F5F5388C}"/>
              </a:ext>
            </a:extLst>
          </p:cNvPr>
          <p:cNvCxnSpPr/>
          <p:nvPr/>
        </p:nvCxnSpPr>
        <p:spPr>
          <a:xfrm>
            <a:off x="8271164" y="1233577"/>
            <a:ext cx="208741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66BB427-68FD-C34A-95BF-7308C60C4B85}"/>
              </a:ext>
            </a:extLst>
          </p:cNvPr>
          <p:cNvCxnSpPr/>
          <p:nvPr/>
        </p:nvCxnSpPr>
        <p:spPr>
          <a:xfrm>
            <a:off x="8271164" y="2234242"/>
            <a:ext cx="208741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504FFD2-0D50-04A2-600A-D67751F76C31}"/>
              </a:ext>
            </a:extLst>
          </p:cNvPr>
          <p:cNvCxnSpPr/>
          <p:nvPr/>
        </p:nvCxnSpPr>
        <p:spPr>
          <a:xfrm>
            <a:off x="2551851" y="4632385"/>
            <a:ext cx="208741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8163412C-3890-D7BB-0C3A-5F78DD578DAB}"/>
              </a:ext>
            </a:extLst>
          </p:cNvPr>
          <p:cNvCxnSpPr/>
          <p:nvPr/>
        </p:nvCxnSpPr>
        <p:spPr>
          <a:xfrm>
            <a:off x="2551851" y="5529532"/>
            <a:ext cx="208741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5E5FD98E-62AA-3550-9CAE-4A4B22A02847}"/>
              </a:ext>
            </a:extLst>
          </p:cNvPr>
          <p:cNvCxnSpPr/>
          <p:nvPr/>
        </p:nvCxnSpPr>
        <p:spPr>
          <a:xfrm>
            <a:off x="6442364" y="4632385"/>
            <a:ext cx="208741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3D77114F-5FA9-3F08-890E-276F17073CDE}"/>
              </a:ext>
            </a:extLst>
          </p:cNvPr>
          <p:cNvCxnSpPr/>
          <p:nvPr/>
        </p:nvCxnSpPr>
        <p:spPr>
          <a:xfrm>
            <a:off x="6442364" y="5684808"/>
            <a:ext cx="208741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D93264E8-2D27-DD3E-1A27-72C6D6E2829D}"/>
              </a:ext>
            </a:extLst>
          </p:cNvPr>
          <p:cNvSpPr txBox="1"/>
          <p:nvPr/>
        </p:nvSpPr>
        <p:spPr>
          <a:xfrm>
            <a:off x="931653" y="845389"/>
            <a:ext cx="17252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Login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DF3DB4B-8F4D-A5A9-9623-F6DD9B1A5550}"/>
              </a:ext>
            </a:extLst>
          </p:cNvPr>
          <p:cNvSpPr txBox="1"/>
          <p:nvPr/>
        </p:nvSpPr>
        <p:spPr>
          <a:xfrm>
            <a:off x="4524904" y="828913"/>
            <a:ext cx="17252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Account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ED37BBD-9FFB-BEAB-3813-DCB6D708A38F}"/>
              </a:ext>
            </a:extLst>
          </p:cNvPr>
          <p:cNvSpPr txBox="1"/>
          <p:nvPr/>
        </p:nvSpPr>
        <p:spPr>
          <a:xfrm>
            <a:off x="4553440" y="1370171"/>
            <a:ext cx="20838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-</a:t>
            </a:r>
            <a:r>
              <a:rPr lang="en-US" sz="1200" dirty="0" err="1"/>
              <a:t>existingUsername</a:t>
            </a:r>
            <a:r>
              <a:rPr lang="en-US" sz="1200" dirty="0"/>
              <a:t>: String</a:t>
            </a:r>
          </a:p>
          <a:p>
            <a:r>
              <a:rPr lang="en-US" sz="1200" dirty="0"/>
              <a:t>-</a:t>
            </a:r>
            <a:r>
              <a:rPr lang="en-US" sz="1200" dirty="0" err="1"/>
              <a:t>existingPassword</a:t>
            </a:r>
            <a:r>
              <a:rPr lang="en-US" sz="1200" dirty="0"/>
              <a:t>: String</a:t>
            </a:r>
          </a:p>
          <a:p>
            <a:r>
              <a:rPr lang="en-US" sz="1200" dirty="0"/>
              <a:t>-</a:t>
            </a:r>
            <a:r>
              <a:rPr lang="en-US" sz="1200" dirty="0" err="1"/>
              <a:t>newUsername</a:t>
            </a:r>
            <a:r>
              <a:rPr lang="en-US" sz="1200" dirty="0"/>
              <a:t>: String</a:t>
            </a:r>
          </a:p>
          <a:p>
            <a:r>
              <a:rPr lang="en-US" sz="1200" dirty="0"/>
              <a:t>-</a:t>
            </a:r>
            <a:r>
              <a:rPr lang="en-US" sz="1200" dirty="0" err="1"/>
              <a:t>newPassword</a:t>
            </a:r>
            <a:r>
              <a:rPr lang="en-US" sz="1200" dirty="0"/>
              <a:t>: String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81B96FC-60F5-C1FC-852C-CF04527C8588}"/>
              </a:ext>
            </a:extLst>
          </p:cNvPr>
          <p:cNvSpPr txBox="1"/>
          <p:nvPr/>
        </p:nvSpPr>
        <p:spPr>
          <a:xfrm>
            <a:off x="8433759" y="845389"/>
            <a:ext cx="17252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CreateNote</a:t>
            </a:r>
            <a:endParaRPr lang="en-US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5FE5867-9D14-BFCF-9778-56E20543A40A}"/>
              </a:ext>
            </a:extLst>
          </p:cNvPr>
          <p:cNvSpPr txBox="1"/>
          <p:nvPr/>
        </p:nvSpPr>
        <p:spPr>
          <a:xfrm>
            <a:off x="8433759" y="1336367"/>
            <a:ext cx="1542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-save:  Boolean</a:t>
            </a:r>
          </a:p>
          <a:p>
            <a:endParaRPr lang="en-US" sz="12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0640DC4-73DD-CD1C-2C52-E9656F4817F1}"/>
              </a:ext>
            </a:extLst>
          </p:cNvPr>
          <p:cNvSpPr txBox="1"/>
          <p:nvPr/>
        </p:nvSpPr>
        <p:spPr>
          <a:xfrm>
            <a:off x="2656936" y="4184613"/>
            <a:ext cx="17252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Search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87DB8A8-733F-2B28-F640-6CC7616A1CE6}"/>
              </a:ext>
            </a:extLst>
          </p:cNvPr>
          <p:cNvSpPr txBox="1"/>
          <p:nvPr/>
        </p:nvSpPr>
        <p:spPr>
          <a:xfrm>
            <a:off x="2734574" y="4857473"/>
            <a:ext cx="1542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-</a:t>
            </a:r>
            <a:r>
              <a:rPr lang="en-US" sz="1200" dirty="0" err="1"/>
              <a:t>noteName</a:t>
            </a:r>
            <a:r>
              <a:rPr lang="en-US" sz="1200" dirty="0"/>
              <a:t>: String</a:t>
            </a:r>
          </a:p>
          <a:p>
            <a:r>
              <a:rPr lang="en-US" sz="1200" dirty="0"/>
              <a:t>-</a:t>
            </a:r>
            <a:r>
              <a:rPr lang="en-US" sz="1200" dirty="0" err="1"/>
              <a:t>noteDate</a:t>
            </a:r>
            <a:r>
              <a:rPr lang="en-US" sz="1200" dirty="0"/>
              <a:t>: Date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991C5B2-A75A-AE59-F980-9CCECBC84CBC}"/>
              </a:ext>
            </a:extLst>
          </p:cNvPr>
          <p:cNvSpPr txBox="1"/>
          <p:nvPr/>
        </p:nvSpPr>
        <p:spPr>
          <a:xfrm>
            <a:off x="6545881" y="4184613"/>
            <a:ext cx="17252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Text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FDACF35-AFDD-537C-E679-9383DFD9766F}"/>
              </a:ext>
            </a:extLst>
          </p:cNvPr>
          <p:cNvSpPr txBox="1"/>
          <p:nvPr/>
        </p:nvSpPr>
        <p:spPr>
          <a:xfrm>
            <a:off x="6624782" y="4802307"/>
            <a:ext cx="15425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-italics: String</a:t>
            </a:r>
          </a:p>
          <a:p>
            <a:r>
              <a:rPr lang="en-US" sz="1200" dirty="0"/>
              <a:t>-bold: String</a:t>
            </a:r>
          </a:p>
          <a:p>
            <a:r>
              <a:rPr lang="en-US" sz="1200" dirty="0"/>
              <a:t>-Underline: String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AE15C0C-692E-363B-80FD-53AB8332CC9E}"/>
              </a:ext>
            </a:extLst>
          </p:cNvPr>
          <p:cNvSpPr txBox="1"/>
          <p:nvPr/>
        </p:nvSpPr>
        <p:spPr>
          <a:xfrm>
            <a:off x="6545881" y="5806455"/>
            <a:ext cx="188787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+</a:t>
            </a:r>
            <a:r>
              <a:rPr lang="en-US" sz="1200" dirty="0" err="1"/>
              <a:t>convertToBold</a:t>
            </a:r>
            <a:r>
              <a:rPr lang="en-US" sz="1200" dirty="0"/>
              <a:t>(): String</a:t>
            </a:r>
          </a:p>
          <a:p>
            <a:r>
              <a:rPr lang="en-US" sz="1200" dirty="0"/>
              <a:t>+</a:t>
            </a:r>
            <a:r>
              <a:rPr lang="en-US" sz="1200" dirty="0" err="1"/>
              <a:t>convertToItalic</a:t>
            </a:r>
            <a:r>
              <a:rPr lang="en-US" sz="1200" dirty="0"/>
              <a:t>(): String</a:t>
            </a:r>
          </a:p>
          <a:p>
            <a:r>
              <a:rPr lang="en-US" sz="1200" dirty="0"/>
              <a:t>+</a:t>
            </a:r>
            <a:r>
              <a:rPr lang="en-US" sz="1200" dirty="0" err="1"/>
              <a:t>convertToUnderline</a:t>
            </a:r>
            <a:r>
              <a:rPr lang="en-US" sz="1200" dirty="0"/>
              <a:t>(): String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A7D2703-A8AC-4113-059E-6946CB8085CF}"/>
              </a:ext>
            </a:extLst>
          </p:cNvPr>
          <p:cNvSpPr txBox="1"/>
          <p:nvPr/>
        </p:nvSpPr>
        <p:spPr>
          <a:xfrm>
            <a:off x="2604698" y="5624423"/>
            <a:ext cx="17775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+</a:t>
            </a:r>
            <a:r>
              <a:rPr lang="en-US" sz="1200" dirty="0" err="1"/>
              <a:t>getNoteName</a:t>
            </a:r>
            <a:r>
              <a:rPr lang="en-US" sz="1200" dirty="0"/>
              <a:t>(): String</a:t>
            </a:r>
          </a:p>
          <a:p>
            <a:r>
              <a:rPr lang="en-US" sz="1200" dirty="0"/>
              <a:t>+</a:t>
            </a:r>
            <a:r>
              <a:rPr lang="en-US" sz="1200" dirty="0" err="1"/>
              <a:t>getNoteDate</a:t>
            </a:r>
            <a:r>
              <a:rPr lang="en-US" sz="1200" dirty="0"/>
              <a:t>(): Date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7B5CB08-2D58-F26A-035B-649E4ADEE7F8}"/>
              </a:ext>
            </a:extLst>
          </p:cNvPr>
          <p:cNvSpPr txBox="1"/>
          <p:nvPr/>
        </p:nvSpPr>
        <p:spPr>
          <a:xfrm>
            <a:off x="4707627" y="2400976"/>
            <a:ext cx="15425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20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CC67B2F-1783-99C0-12C6-235E6AA9EBEE}"/>
              </a:ext>
            </a:extLst>
          </p:cNvPr>
          <p:cNvSpPr txBox="1"/>
          <p:nvPr/>
        </p:nvSpPr>
        <p:spPr>
          <a:xfrm>
            <a:off x="8506823" y="2539476"/>
            <a:ext cx="1542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+</a:t>
            </a:r>
            <a:r>
              <a:rPr lang="en-US" sz="1200"/>
              <a:t>display():</a:t>
            </a:r>
            <a:endParaRPr lang="en-US" sz="1200" dirty="0"/>
          </a:p>
          <a:p>
            <a:r>
              <a:rPr lang="en-US" sz="1200" dirty="0"/>
              <a:t>+</a:t>
            </a:r>
            <a:r>
              <a:rPr lang="en-US" sz="1200" dirty="0" err="1"/>
              <a:t>useText</a:t>
            </a:r>
            <a:r>
              <a:rPr lang="en-US" sz="1200" dirty="0"/>
              <a:t>(): void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9940B18-0DDD-9DC6-F27B-B8F9EBBA2087}"/>
              </a:ext>
            </a:extLst>
          </p:cNvPr>
          <p:cNvSpPr txBox="1"/>
          <p:nvPr/>
        </p:nvSpPr>
        <p:spPr>
          <a:xfrm>
            <a:off x="917929" y="2407521"/>
            <a:ext cx="1542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+</a:t>
            </a:r>
            <a:r>
              <a:rPr lang="en-US" sz="1200" dirty="0" err="1"/>
              <a:t>findAccount</a:t>
            </a:r>
            <a:r>
              <a:rPr lang="en-US" sz="1200" dirty="0"/>
              <a:t>()</a:t>
            </a:r>
          </a:p>
          <a:p>
            <a:r>
              <a:rPr lang="en-US" sz="1200" dirty="0"/>
              <a:t>+</a:t>
            </a:r>
            <a:r>
              <a:rPr lang="en-US" sz="1200" dirty="0" err="1"/>
              <a:t>createAccount</a:t>
            </a:r>
            <a:r>
              <a:rPr lang="en-US" sz="1200" dirty="0"/>
              <a:t>()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9581ED7-77FE-92C9-FFF5-8C7323E3E219}"/>
              </a:ext>
            </a:extLst>
          </p:cNvPr>
          <p:cNvSpPr txBox="1"/>
          <p:nvPr/>
        </p:nvSpPr>
        <p:spPr>
          <a:xfrm>
            <a:off x="826568" y="1386448"/>
            <a:ext cx="17252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-username: String</a:t>
            </a:r>
          </a:p>
          <a:p>
            <a:r>
              <a:rPr lang="en-US" sz="1200" dirty="0"/>
              <a:t>-password: String</a:t>
            </a:r>
          </a:p>
        </p:txBody>
      </p:sp>
    </p:spTree>
    <p:extLst>
      <p:ext uri="{BB962C8B-B14F-4D97-AF65-F5344CB8AC3E}">
        <p14:creationId xmlns:p14="http://schemas.microsoft.com/office/powerpoint/2010/main" val="22233783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86</Words>
  <Application>Microsoft Office PowerPoint</Application>
  <PresentationFormat>Widescreen</PresentationFormat>
  <Paragraphs>26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Manny Castellanos</dc:creator>
  <cp:lastModifiedBy>Manny Castellanos</cp:lastModifiedBy>
  <cp:revision>1</cp:revision>
  <dcterms:created xsi:type="dcterms:W3CDTF">2024-03-02T21:31:30Z</dcterms:created>
  <dcterms:modified xsi:type="dcterms:W3CDTF">2024-03-02T22:43:46Z</dcterms:modified>
</cp:coreProperties>
</file>